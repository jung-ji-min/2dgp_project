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30FB8-C592-1824-D047-FFFB7413B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8C5A77-3D34-3546-A726-DE68EB0B4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AB88B-BE23-F771-A69A-99420981C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37FD3-F4FD-4AEF-87F1-39D92711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750CF-4798-6529-D21C-D48581D8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286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05CE5-BD9A-CD8F-14FD-C6FF9A2A6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738B28-E751-1829-E250-47F025CEB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C500BC-5C2E-B704-3068-59F0DAF07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6F08FA-D006-6632-D962-D9AFFF53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73E3C3-7C99-371A-F189-2C617C6B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439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16624-7C7F-4E68-283A-73CE920C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D7CDD5-5077-9ACC-9AF1-793F040E6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24FAEB-AE3A-B03C-F851-260C9982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2EF3B8-57B4-3FBF-8994-DACC6084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9DFD62-28B0-6BDD-A858-26D51B7F8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739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05BB7-C563-FF87-317A-4BB7F33E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C79074-B8C3-5812-5DB9-B0E91E927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C7D205-E9BF-E8F2-98E1-F2D0B9F5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F84EC2-CA3B-DD96-BAB7-D5445F81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AC2D8E-1997-7E92-0985-B13358EE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4FFE2C-AC4F-FF9A-A7EB-7FD54203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95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06C99-D728-7F44-8036-532EA017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ACBFCB-8485-DB33-9D80-207B561D0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519E2E-D93B-949C-E4A0-F6D50A9C9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0DCC07-4CF2-9655-7829-54A7EFB75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364838-DC4E-480B-6CBD-804A4C216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C3DF70-2A88-7468-E88A-F93AF841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1BB936B-EBC8-3552-7967-986FE351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3884D4-A56F-2BF2-B575-704716DC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33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D5AFD-4DB2-213B-3061-D0334F39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EA1847-6C33-2280-3D97-F6C4589F0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891B42-CF55-189D-0F3A-2483AFF2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9EDB49-9D41-41BD-C87B-D4EF17C7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798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45173E-10A3-EC49-ED8A-1D0E5922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6EE086-A061-1A91-448F-785E5D6D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5FD0C-4C96-03F5-80EB-253C601BF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825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BD0AF-ACF0-C96E-54F4-90E5EEB1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319666-BC10-A28B-B518-0F27F719A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165AB1-B29D-3912-1EE9-A1BA4E430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8FFD9-7B91-911B-0FFE-B2351537F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070625-8C6E-A76B-B891-BB3E33C2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62355C-7035-696E-373C-C75D6687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275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182FF-8E14-9D22-375A-C24CC0EB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A7B738-8C17-E146-0D3A-81A6A4AE6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5CB4AB-4B90-3D53-E8ED-B7B604049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F190EA-46E7-1ACE-397C-7522D858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0BECC-7F13-3B1D-D8E7-071900CE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DAEB8A-822E-BD12-34C8-919F3B3C4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38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A62D4-A89C-1191-52B5-53F7D139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C9F59A-00C9-08A0-B346-5F65A8C32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774F5D-B836-2452-9125-EA3EDB403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51FF97-1ECD-E6CC-5526-2956A3281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FA7A3-9550-C772-641C-16434F3D4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97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F44E3E-3911-718F-0FAE-2A07780FD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CA6DA9-632A-9FBA-EF89-3F3DB87B8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C91B22-CBB3-9AF3-7F87-61CB82FE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BB4603-5C2B-9E15-B4B4-FE59DD3F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6712B-CB4A-4EC1-AFFF-85EACCFC7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72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AE05A3-33AB-D52B-D6EB-095BA484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1E1608-F4E1-A9DC-DB93-8980AEF65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827484-30C3-C724-BFBA-B490B83DD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5F9217-F5D9-4FAF-8BDB-D7E107B47FB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FCAA4C-4B89-8495-62DC-BDA6AE9FB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B21C70-6513-EC4D-3C35-091D69439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9DB63-8848-44B0-B2D5-42724D1D3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064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99EBD-A1F3-DC37-06D1-53D623D8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9745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2025 2D</a:t>
            </a:r>
            <a:r>
              <a:rPr lang="ko-KR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게임 프로그래밍</a:t>
            </a:r>
            <a:br>
              <a:rPr lang="en-US" altLang="ko-KR" dirty="0"/>
            </a:br>
            <a:r>
              <a:rPr lang="ko-KR" altLang="en-US" sz="3200" dirty="0"/>
              <a:t>프로젝트 최종 발표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3ADCAFA-152E-960A-94F2-62C4DB92C5C7}"/>
              </a:ext>
            </a:extLst>
          </p:cNvPr>
          <p:cNvSpPr txBox="1">
            <a:spLocks/>
          </p:cNvSpPr>
          <p:nvPr/>
        </p:nvSpPr>
        <p:spPr>
          <a:xfrm>
            <a:off x="7429500" y="4506695"/>
            <a:ext cx="43338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2022182036 </a:t>
            </a:r>
            <a:r>
              <a:rPr lang="ko-KR" alt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정지민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1649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7E9E3-6A88-D7A2-E38B-D71F2E40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진척도</a:t>
            </a:r>
            <a:r>
              <a:rPr lang="en-US" altLang="ko-KR" dirty="0"/>
              <a:t>						81.6%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4154653-2337-A1F0-36BD-DC4009161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674354"/>
              </p:ext>
            </p:extLst>
          </p:nvPr>
        </p:nvGraphicFramePr>
        <p:xfrm>
          <a:off x="1283853" y="1912619"/>
          <a:ext cx="9411856" cy="3656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964">
                  <a:extLst>
                    <a:ext uri="{9D8B030D-6E8A-4147-A177-3AD203B41FA5}">
                      <a16:colId xmlns:a16="http://schemas.microsoft.com/office/drawing/2014/main" val="1489850735"/>
                    </a:ext>
                  </a:extLst>
                </a:gridCol>
                <a:gridCol w="2352964">
                  <a:extLst>
                    <a:ext uri="{9D8B030D-6E8A-4147-A177-3AD203B41FA5}">
                      <a16:colId xmlns:a16="http://schemas.microsoft.com/office/drawing/2014/main" val="2173362614"/>
                    </a:ext>
                  </a:extLst>
                </a:gridCol>
                <a:gridCol w="2352964">
                  <a:extLst>
                    <a:ext uri="{9D8B030D-6E8A-4147-A177-3AD203B41FA5}">
                      <a16:colId xmlns:a16="http://schemas.microsoft.com/office/drawing/2014/main" val="4198787967"/>
                    </a:ext>
                  </a:extLst>
                </a:gridCol>
                <a:gridCol w="2352964">
                  <a:extLst>
                    <a:ext uri="{9D8B030D-6E8A-4147-A177-3AD203B41FA5}">
                      <a16:colId xmlns:a16="http://schemas.microsoft.com/office/drawing/2014/main" val="3137403411"/>
                    </a:ext>
                  </a:extLst>
                </a:gridCol>
              </a:tblGrid>
              <a:tr h="4471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890054"/>
                  </a:ext>
                </a:extLst>
              </a:tr>
              <a:tr h="44715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사막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설원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사막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설원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75%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757596"/>
                  </a:ext>
                </a:extLst>
              </a:tr>
              <a:tr h="77181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퀘스트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테마마다 하나 씩 총 </a:t>
                      </a:r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테마마다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개씩 총 </a:t>
                      </a:r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100 %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734319"/>
                  </a:ext>
                </a:extLst>
              </a:tr>
              <a:tr h="77181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맵 </a:t>
                      </a:r>
                      <a:r>
                        <a:rPr lang="en-US" altLang="ko-KR" dirty="0" err="1"/>
                        <a:t>bgm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몹마다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hit, attack, die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222760"/>
                  </a:ext>
                </a:extLst>
              </a:tr>
              <a:tr h="77181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몹마다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idle, walk, attack, die </a:t>
                      </a:r>
                      <a:r>
                        <a:rPr lang="ko-KR" altLang="en-US" dirty="0"/>
                        <a:t>만들기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100 %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633667"/>
                  </a:ext>
                </a:extLst>
              </a:tr>
              <a:tr h="44716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스킬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스킬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종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종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33 %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327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963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E7A8304-F5D6-0FEE-5D41-F26A0D126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9700"/>
              </p:ext>
            </p:extLst>
          </p:nvPr>
        </p:nvGraphicFramePr>
        <p:xfrm>
          <a:off x="577358" y="1227031"/>
          <a:ext cx="3671370" cy="4403938"/>
        </p:xfrm>
        <a:graphic>
          <a:graphicData uri="http://schemas.openxmlformats.org/drawingml/2006/table">
            <a:tbl>
              <a:tblPr/>
              <a:tblGrid>
                <a:gridCol w="1835685">
                  <a:extLst>
                    <a:ext uri="{9D8B030D-6E8A-4147-A177-3AD203B41FA5}">
                      <a16:colId xmlns:a16="http://schemas.microsoft.com/office/drawing/2014/main" val="3246318897"/>
                    </a:ext>
                  </a:extLst>
                </a:gridCol>
                <a:gridCol w="1835685">
                  <a:extLst>
                    <a:ext uri="{9D8B030D-6E8A-4147-A177-3AD203B41FA5}">
                      <a16:colId xmlns:a16="http://schemas.microsoft.com/office/drawing/2014/main" val="3346178976"/>
                    </a:ext>
                  </a:extLst>
                </a:gridCol>
              </a:tblGrid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 dirty="0">
                          <a:solidFill>
                            <a:srgbClr val="1F2328"/>
                          </a:solidFill>
                          <a:effectLst/>
                        </a:rPr>
                        <a:t>2025-09-28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3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956277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 dirty="0">
                          <a:solidFill>
                            <a:srgbClr val="1F2328"/>
                          </a:solidFill>
                          <a:effectLst/>
                        </a:rPr>
                        <a:t>2025-10-05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0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332406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 dirty="0">
                          <a:solidFill>
                            <a:srgbClr val="1F2328"/>
                          </a:solidFill>
                          <a:effectLst/>
                        </a:rPr>
                        <a:t>2025-10-12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>
                          <a:effectLst/>
                        </a:rPr>
                        <a:t>5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8091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>
                          <a:solidFill>
                            <a:srgbClr val="1F2328"/>
                          </a:solidFill>
                          <a:effectLst/>
                        </a:rPr>
                        <a:t>2025-10-19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14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239305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>
                          <a:solidFill>
                            <a:srgbClr val="1F2328"/>
                          </a:solidFill>
                          <a:effectLst/>
                        </a:rPr>
                        <a:t>2025-10-26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0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9583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>
                          <a:solidFill>
                            <a:srgbClr val="1F2328"/>
                          </a:solidFill>
                          <a:effectLst/>
                        </a:rPr>
                        <a:t>2025-11-02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0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1552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>
                          <a:solidFill>
                            <a:srgbClr val="1F2328"/>
                          </a:solidFill>
                          <a:effectLst/>
                        </a:rPr>
                        <a:t>2025-11-09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34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796936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>
                          <a:solidFill>
                            <a:srgbClr val="1F2328"/>
                          </a:solidFill>
                          <a:effectLst/>
                        </a:rPr>
                        <a:t>2025-11-16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29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67746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>
                          <a:solidFill>
                            <a:srgbClr val="1F2328"/>
                          </a:solidFill>
                          <a:effectLst/>
                        </a:rPr>
                        <a:t>2025-11-23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2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461818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>
                          <a:solidFill>
                            <a:srgbClr val="1F2328"/>
                          </a:solidFill>
                          <a:effectLst/>
                        </a:rPr>
                        <a:t>2025-11-30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37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6989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b="1">
                          <a:solidFill>
                            <a:srgbClr val="1F2328"/>
                          </a:solidFill>
                          <a:effectLst/>
                        </a:rPr>
                        <a:t>2025-12-07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46</a:t>
                      </a:r>
                    </a:p>
                  </a:txBody>
                  <a:tcPr marL="105958" marR="105958" marT="70639" marB="70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159534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F5739019-3305-C624-0BE4-4E0E31F40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794" y="1227032"/>
            <a:ext cx="7035848" cy="440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220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118</Words>
  <Application>Microsoft Office PowerPoint</Application>
  <PresentationFormat>와이드스크린</PresentationFormat>
  <Paragraphs>49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2025 2D 게임 프로그래밍 프로젝트 최종 발표</vt:lpstr>
      <vt:lpstr>개발 진척도      81.6%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정지민(2022182036)</dc:creator>
  <cp:lastModifiedBy>정지민(2022182036)</cp:lastModifiedBy>
  <cp:revision>1</cp:revision>
  <dcterms:created xsi:type="dcterms:W3CDTF">2025-12-07T13:22:04Z</dcterms:created>
  <dcterms:modified xsi:type="dcterms:W3CDTF">2025-12-07T13:51:54Z</dcterms:modified>
</cp:coreProperties>
</file>